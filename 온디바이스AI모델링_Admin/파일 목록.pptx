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2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FF6201"/>
    <a:srgbClr val="0E5083"/>
    <a:srgbClr val="002060"/>
    <a:srgbClr val="00532A"/>
    <a:srgbClr val="31BFC3"/>
    <a:srgbClr val="E8F2FB"/>
    <a:srgbClr val="EAF2FA"/>
    <a:srgbClr val="3B72C4"/>
    <a:srgbClr val="1E51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6" autoAdjust="0"/>
    <p:restoredTop sz="89708" autoAdjust="0"/>
  </p:normalViewPr>
  <p:slideViewPr>
    <p:cSldViewPr snapToGrid="0">
      <p:cViewPr varScale="1">
        <p:scale>
          <a:sx n="72" d="100"/>
          <a:sy n="72" d="100"/>
        </p:scale>
        <p:origin x="84" y="52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BAB917-FD44-4C6D-A476-97233A19AC4B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A6FBB-02B7-4DFD-83BA-DA2F1BE2F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335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99407-5FF2-4EE6-A9DE-3F79AAD3A2FC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5A25-A94D-4CB6-942F-AC22282FD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252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99407-5FF2-4EE6-A9DE-3F79AAD3A2FC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5A25-A94D-4CB6-942F-AC22282FD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895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99407-5FF2-4EE6-A9DE-3F79AAD3A2FC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5A25-A94D-4CB6-942F-AC22282FD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9423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99407-5FF2-4EE6-A9DE-3F79AAD3A2FC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5A25-A94D-4CB6-942F-AC22282FD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463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99407-5FF2-4EE6-A9DE-3F79AAD3A2FC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5A25-A94D-4CB6-942F-AC22282FD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15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99407-5FF2-4EE6-A9DE-3F79AAD3A2FC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5A25-A94D-4CB6-942F-AC22282FD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757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99407-5FF2-4EE6-A9DE-3F79AAD3A2FC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5A25-A94D-4CB6-942F-AC22282FD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388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99407-5FF2-4EE6-A9DE-3F79AAD3A2FC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5A25-A94D-4CB6-942F-AC22282FD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713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99407-5FF2-4EE6-A9DE-3F79AAD3A2FC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5A25-A94D-4CB6-942F-AC22282FD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38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99407-5FF2-4EE6-A9DE-3F79AAD3A2FC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5A25-A94D-4CB6-942F-AC22282FD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30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99407-5FF2-4EE6-A9DE-3F79AAD3A2FC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5A25-A94D-4CB6-942F-AC22282FD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260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4BBD1C-D2BF-52A7-82EB-8A2BBC334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99407-5FF2-4EE6-A9DE-3F79AAD3A2FC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6C8E74-7532-E603-4B2C-939ACCB8D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372EE-51E0-5C08-B47E-9D71B04E1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5A25-A94D-4CB6-942F-AC22282FD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760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99407-5FF2-4EE6-A9DE-3F79AAD3A2FC}" type="datetimeFigureOut">
              <a:rPr lang="ko-KR" altLang="en-US" smtClean="0"/>
              <a:t>2025-06-28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B5A25-A94D-4CB6-942F-AC22282FDC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50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5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E104A2D2-2653-47DF-8D96-BA89B53339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763860"/>
              </p:ext>
            </p:extLst>
          </p:nvPr>
        </p:nvGraphicFramePr>
        <p:xfrm>
          <a:off x="838200" y="309880"/>
          <a:ext cx="10515600" cy="623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2061">
                  <a:extLst>
                    <a:ext uri="{9D8B030D-6E8A-4147-A177-3AD203B41FA5}">
                      <a16:colId xmlns:a16="http://schemas.microsoft.com/office/drawing/2014/main" val="2237653531"/>
                    </a:ext>
                  </a:extLst>
                </a:gridCol>
                <a:gridCol w="2955235">
                  <a:extLst>
                    <a:ext uri="{9D8B030D-6E8A-4147-A177-3AD203B41FA5}">
                      <a16:colId xmlns:a16="http://schemas.microsoft.com/office/drawing/2014/main" val="816348803"/>
                    </a:ext>
                  </a:extLst>
                </a:gridCol>
                <a:gridCol w="5314121">
                  <a:extLst>
                    <a:ext uri="{9D8B030D-6E8A-4147-A177-3AD203B41FA5}">
                      <a16:colId xmlns:a16="http://schemas.microsoft.com/office/drawing/2014/main" val="131981631"/>
                    </a:ext>
                  </a:extLst>
                </a:gridCol>
                <a:gridCol w="1494183">
                  <a:extLst>
                    <a:ext uri="{9D8B030D-6E8A-4147-A177-3AD203B41FA5}">
                      <a16:colId xmlns:a16="http://schemas.microsoft.com/office/drawing/2014/main" val="23763969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주차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강의 주제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강의 내용 및 학습목표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강의 방법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324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온디바이스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개념과 구성요소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온디바이스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AI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의 정의와 필요성 이해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IoT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와 </a:t>
                      </a: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TinyML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의 개념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학습온디바이스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구성요소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온라인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8104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TinyML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필요성과 딥러닝 기본 원리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IoT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와 </a:t>
                      </a: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TinyML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의 관계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이해딥러닝의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역할과 </a:t>
                      </a: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TinyML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연계성 학습</a:t>
                      </a: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TinyML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기술 과제와 한계 고찰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온라인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944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머신러닝 분류 모델과 분류 방법 비교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머신러닝 학습 원리 심화분류 모델의 기초 및 유형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이해온디바이스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AI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에 적합한 분류 알고리즘 비교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온라인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5634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머신러닝 성능 지표와 분류 모델 평가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분류 모델 평가 이론 학습일반적 전략 습득모델 성능 지표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온라인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2007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딥러닝 분류 모델과 이미지 분류 이해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딥러닝 분류 모델의 구조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이해이미지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분류 기본 원리 학습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CNN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기반 이미지 분류의 특징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온라인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803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CNN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기반 이미지 분류 심화 및 데이터 확장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>
                          <a:latin typeface="+mn-ea"/>
                          <a:ea typeface="+mn-ea"/>
                        </a:rPr>
                        <a:t>CNN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모델의 한계와 개선 방향 파악이미지 분류 데이터 확장 전략 이해정확도 향상 및 일반화 적용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온라인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804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모델 성능 개선과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온디바이스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경량화 기술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모델 성능 개선 전략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학습온디바이스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AI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를 위한 경량화 핵심 기술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이해온디바이스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LLM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개념 및 경량화 전략 습득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온라인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2400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중간고사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학업 성취도 중간 평가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665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온디바이스 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LLM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경량화 전략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LLM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구조 이해 및 경량화 필요성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학습경량화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적용 기술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분석온디바이스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활용 관점에서 최신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LLM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동향 파악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온라인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0885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비지도학습 기반 이상 탐지와 클러스터링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비지도학습 기반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K-Means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클러스터링 원리 이해이상 탐지 개념과 필요성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학습온디바이스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환경에서의 이상 탐지 적용 방법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>
                          <a:latin typeface="+mn-ea"/>
                          <a:ea typeface="+mn-ea"/>
                        </a:rPr>
                        <a:t>온라인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9377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>
                          <a:latin typeface="+mn-ea"/>
                          <a:ea typeface="+mn-ea"/>
                        </a:rPr>
                        <a:t>TinyML Kit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기반 센서 활용과 분류 모델 최적화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TinyML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Kit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구성 요소와 기술 개념 정리센서 기반 </a:t>
                      </a: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TinyML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주요 적용 사례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파악온디바이스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분류 모델 설계 최적화 전략 이해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>
                          <a:latin typeface="+mn-ea"/>
                          <a:ea typeface="+mn-ea"/>
                        </a:rPr>
                        <a:t>온라인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911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센서 융합 및 온디바이스 분류 고도화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센서 융합 개념과 구조 정리센서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·IoT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기반 분류 모델 고도화 방법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파악온디바이스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분류 기술 통합적 이해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>
                          <a:latin typeface="+mn-ea"/>
                          <a:ea typeface="+mn-ea"/>
                        </a:rPr>
                        <a:t>온라인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966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이상 탐지 기반 데이터 수집과 융합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이상 탐지를 위한 데이터 수집 전략 학습융합 기반 분석 방법 이해온디바이스 이상 탐지 고도화 접근법 파악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온라인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116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센서 스펙트럼 분석을 활용한 온디바이스 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실전 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센서 스펙트럼 분석 원리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파악온디바이스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실전 적용 사례 분석전체 내용 종합 및 최신 기술 동향 정리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온라인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5163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기말고사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학업 성취도 최종 평가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6334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000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2190</TotalTime>
  <Words>333</Words>
  <Application>Microsoft Office PowerPoint</Application>
  <PresentationFormat>와이드스크린</PresentationFormat>
  <Paragraphs>64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병준 김</dc:creator>
  <cp:lastModifiedBy>Baik Seongbok</cp:lastModifiedBy>
  <cp:revision>210</cp:revision>
  <dcterms:created xsi:type="dcterms:W3CDTF">2024-07-25T05:30:28Z</dcterms:created>
  <dcterms:modified xsi:type="dcterms:W3CDTF">2025-06-28T04:30:37Z</dcterms:modified>
</cp:coreProperties>
</file>